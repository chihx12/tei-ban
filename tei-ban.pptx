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1" r:id="rId4"/>
    <p:sldId id="25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>
        <p:scale>
          <a:sx n="100" d="100"/>
          <a:sy n="100" d="100"/>
        </p:scale>
        <p:origin x="9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61944B-5DB4-CA3A-5486-76FEAEC26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BA5470-4862-0615-6ED3-AD0F2E637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4ED62B-DAF3-7676-77E1-A1BCA693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EE0F6C-FA5F-91DF-C0F3-AE783D9B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C0C72D-43C1-114A-EEB8-798844D7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70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EE55D4-94D3-6749-9D2C-CEF7B1DA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CC8B85-1D4B-A7F6-BF75-9DAA8289B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39A282-71D5-C6FC-6797-CFF4A324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C06997-2804-7C95-56B2-37EA3539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3AD852-64F9-1D1D-F7C3-FE95C1A0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86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8ED57-4B97-2FA0-923B-326510A4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1ADBB2-72C5-0B3B-4357-D7EB179F0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3671DF-E0C5-B760-E792-14B4E42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E59DFF-13C2-98F3-D203-CB6EBF53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C747BB-601D-5368-A8F9-8D09CD9F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62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F1CB44-7B75-EA18-3B93-99543260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7EDB1D-AA15-C37A-B91C-3C65A314A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DD31B2-2ACA-F162-5562-DB34868C2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59C084-373B-1CB1-29E3-8DE8EDC2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D0C8A5-7111-6943-FB98-F1A7406B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D283DE-1B29-C66F-404E-BFA6D0D9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92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CE323-3D56-2649-578C-C25EB8FE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F7E74C-7D18-060A-ED39-D8F8FEE72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712EDB-3997-0DA1-BD81-281AB19A6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538682-286B-F26D-2AF1-272317F76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059ECC-FBD1-537C-45F0-968CBF7BC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5E12A6-6DAD-B65E-A98B-7F25E31B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C6E442B-CD92-0BB5-CC94-03B1B2C1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210F85-E5BA-9D0F-01D8-34F1689E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06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64D708-F773-04C9-5354-0A2F22E8F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AE6298-596E-2682-0FBC-685C24FD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5CA622-EC3F-2CC8-2D19-62E18C4B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9BCD9C-3F82-4F77-1E33-C23F903F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62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3A0C47-0E54-4200-2E4D-4F577E83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962A400-9283-0D89-3631-637D8B1A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0E60EE-767E-48F2-F1E2-0620928E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92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0C644-6670-C0AB-F915-F3B20111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89F381-47D0-6211-CD5F-65944A637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CB2B1D-F97C-12D5-9814-948BFB26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C3C8C9-15FC-11E6-5813-C3E7BA07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2C56A7-3BA6-0A70-AA05-8938761D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D075DF-559E-9434-040D-B191A88A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07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5BEBC-6496-86F5-8CDC-6A7E2456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C1F347F-782B-F342-95C2-D206C750A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1CB712-99B2-8748-208E-CE10D3CB3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D15F29-7EFD-5068-47E1-A72C04EF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C859B5-C3B6-2CFE-8470-69D00A2A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D3A841-7E5F-345D-5514-BF390B8E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54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24C3DA-DD39-613F-A088-04125A3D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9C5562-7D97-03C4-752F-E2FB59467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BD116-AB7A-3845-8938-3FFEE082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6478D4-4AF6-374A-D53A-5AE56672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FE6DAB-CD5C-2230-22FB-D33954ED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49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C097F5A-18AF-F553-CCF5-FBDB3A6B3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6653DD-C893-21F2-44BE-A02619400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0E30F2-3175-70CF-012C-359632AC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264FF7-E6C6-43FB-E3DC-013FF742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3F480E-0036-DB74-163E-F10DF92D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73E552-9282-C4EA-D83B-D7105A63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A3622D-B877-E1D6-BAFD-A5BDED197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F719DF-BEFA-F4FC-EA45-68FA4DD9F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105F5-DDDF-4B6E-8521-CFE25466C09B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07D31D-8703-F4FE-4F75-E622FD52B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63EB44-AAC2-1D9F-4AE8-24D18D6F6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30A71-323C-4653-8087-13DA23A02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331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CDC7FA-4C34-8AD7-2887-0892CCC0FF0A}"/>
              </a:ext>
            </a:extLst>
          </p:cNvPr>
          <p:cNvSpPr txBox="1"/>
          <p:nvPr/>
        </p:nvSpPr>
        <p:spPr>
          <a:xfrm>
            <a:off x="290512" y="43458"/>
            <a:ext cx="1161097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Full steps on a new computer (Linux / Mac)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Step 1 |  Install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Miniconda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(one time only, ~2 minutes)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 Download the installer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https://repo.anaconda.com/miniconda/Miniconda3-latest-Linux-x86_64.sh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 Run the installer (press Enter / yes throughout)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bash Miniconda3-latest-Linux-x86_64.sh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 Open a NEW terminal window (so the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takes effect)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Step 2 | Navigate to the project folder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cd /path/to/GCN-BILSTM-BAN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Step 3 | One-click environment setup</a:t>
            </a:r>
          </a:p>
          <a:p>
            <a:r>
              <a:rPr lang="en-US" altLang="ja-JP" sz="1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bash setup.sh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▎ Automatically: creates the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drugban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→ installs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DGL /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RDKit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all other packages → verifies installation →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▎ prints Setup complete!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▎ First run takes 5–15 minutes (downloading packages)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Step 4 | Activate the environment every time before use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activate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drugban</a:t>
            </a:r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--- --- --- ---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So your understanding is correct, with one prerequisite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Miniconda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installed  ──►  cd into folder  ──►  bash setup.sh  ──►  Done</a:t>
            </a:r>
          </a:p>
          <a:p>
            <a:endParaRPr lang="en-US" altLang="ja-JP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ja-JP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Miniconda</a:t>
            </a:r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free and only needs to be installed once.</a:t>
            </a:r>
          </a:p>
          <a:p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After that, bash setup.sh handles everything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10501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154BFE-DE5A-E32E-47B5-3CE4158C763A}"/>
              </a:ext>
            </a:extLst>
          </p:cNvPr>
          <p:cNvSpPr txBox="1"/>
          <p:nvPr/>
        </p:nvSpPr>
        <p:spPr>
          <a:xfrm>
            <a:off x="345440" y="197346"/>
            <a:ext cx="1150112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files are ready | examples/ folder</a:t>
            </a:r>
          </a:p>
          <a:p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examples/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├── drugs.txt          ← 5 drugs (caffeine, aspirin, ibuprofen, metformin, tamoxifen)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├── </a:t>
            </a:r>
            <a:r>
              <a:rPr lang="en-US" altLang="ja-JP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proteins.fasta</a:t>
            </a:r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← 4 proteins (CDK2, ESR1, DHFR, A2AR)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├── one_drug.txt       ← single drug (caffeine)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└── one_protein.txt    ← single protein (ESR1 estrogen receptor)</a:t>
            </a:r>
          </a:p>
          <a:p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Ready-to-run commands | copy and paste as-is</a:t>
            </a:r>
          </a:p>
          <a:p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Demo 1 | 1 drug vs 4 proteins (Mode 1:N)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python3 </a:t>
            </a:r>
            <a:r>
              <a:rPr lang="en-US" altLang="ja-JP" sz="16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predict_batch.py</a:t>
            </a:r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--ligands examples/one_drug.txt --receptors examples/</a:t>
            </a:r>
            <a:r>
              <a:rPr lang="en-US" altLang="ja-JP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proteins.fasta</a:t>
            </a:r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--output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examples/demo1_1drug_vs_4proteins.csv</a:t>
            </a:r>
          </a:p>
          <a:p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Demo 2 | 5 drugs vs 1 protein (Mode N:1  virtual screening)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python3 </a:t>
            </a:r>
            <a:r>
              <a:rPr lang="en-US" altLang="ja-JP" sz="16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predict_batch.py </a:t>
            </a:r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--ligands examples/drugs.txt --receptors examples/one_protein.txt --output examples/demo2_5drugs_vs_ESR1.csv</a:t>
            </a:r>
          </a:p>
          <a:p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Demo 3 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ja-JP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drugs vs 4 proteins (Mode N:M  all 20 combinations)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python3 </a:t>
            </a:r>
            <a:r>
              <a:rPr lang="en-US" altLang="ja-JP" sz="16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predict_batch.py </a:t>
            </a:r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--ligands examples/drugs.txt --receptors examples/</a:t>
            </a:r>
            <a:r>
              <a:rPr lang="en-US" altLang="ja-JP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proteins.fasta</a:t>
            </a:r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--output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examples/demo3_5drugs_vs_4proteins.csv</a:t>
            </a:r>
          </a:p>
          <a:p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All three commands have been tested and confirmed working.</a:t>
            </a:r>
          </a:p>
          <a:p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Results are saved as CSV files inside the examples/ folder  open directly in Excel.</a:t>
            </a:r>
            <a:endParaRPr lang="ja-JP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62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701A7BB-4FC4-5FFA-8FEA-A0CB77F9C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34" y="0"/>
            <a:ext cx="11314331" cy="685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EEA4D6-4FE3-CBF3-325B-C7619CD16BA3}"/>
              </a:ext>
            </a:extLst>
          </p:cNvPr>
          <p:cNvSpPr/>
          <p:nvPr/>
        </p:nvSpPr>
        <p:spPr>
          <a:xfrm>
            <a:off x="438834" y="-1"/>
            <a:ext cx="11314331" cy="4000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CD2F1B1-D24D-86A4-E9CF-4B7967D4B3AA}"/>
              </a:ext>
            </a:extLst>
          </p:cNvPr>
          <p:cNvSpPr/>
          <p:nvPr/>
        </p:nvSpPr>
        <p:spPr>
          <a:xfrm>
            <a:off x="1743760" y="3581399"/>
            <a:ext cx="5333316" cy="3038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79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23F4B90-924F-84BE-E77C-8CCE4248F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10" y="0"/>
            <a:ext cx="5783678" cy="685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13D7AFE-8510-3F66-008F-DA79D526EB00}"/>
              </a:ext>
            </a:extLst>
          </p:cNvPr>
          <p:cNvSpPr/>
          <p:nvPr/>
        </p:nvSpPr>
        <p:spPr>
          <a:xfrm>
            <a:off x="3875314" y="0"/>
            <a:ext cx="1915886" cy="209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C2C0548-2EB6-6060-35A3-615D022B5830}"/>
              </a:ext>
            </a:extLst>
          </p:cNvPr>
          <p:cNvSpPr/>
          <p:nvPr/>
        </p:nvSpPr>
        <p:spPr>
          <a:xfrm>
            <a:off x="252549" y="274319"/>
            <a:ext cx="5373188" cy="24166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5DAB12-86AE-E57A-5281-C0D47A404E8B}"/>
              </a:ext>
            </a:extLst>
          </p:cNvPr>
          <p:cNvSpPr/>
          <p:nvPr/>
        </p:nvSpPr>
        <p:spPr>
          <a:xfrm>
            <a:off x="251955" y="2756262"/>
            <a:ext cx="5373782" cy="7881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33F21A8-2174-EBFB-FECE-1CBADB8FC200}"/>
              </a:ext>
            </a:extLst>
          </p:cNvPr>
          <p:cNvSpPr/>
          <p:nvPr/>
        </p:nvSpPr>
        <p:spPr>
          <a:xfrm>
            <a:off x="251955" y="3609704"/>
            <a:ext cx="5373782" cy="3248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4AA1BC-73D5-2743-3F1C-7A4D34923870}"/>
              </a:ext>
            </a:extLst>
          </p:cNvPr>
          <p:cNvSpPr txBox="1"/>
          <p:nvPr/>
        </p:nvSpPr>
        <p:spPr>
          <a:xfrm>
            <a:off x="6505302" y="274319"/>
            <a:ext cx="388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| mamba activate </a:t>
            </a:r>
            <a:r>
              <a:rPr kumimoji="1" lang="en-US" altLang="ja-JP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drugban</a:t>
            </a:r>
            <a:endParaRPr kumimoji="1" lang="ja-JP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1864A5-35C1-FC8E-FB89-667342C71D5D}"/>
              </a:ext>
            </a:extLst>
          </p:cNvPr>
          <p:cNvSpPr txBox="1"/>
          <p:nvPr/>
        </p:nvSpPr>
        <p:spPr>
          <a:xfrm>
            <a:off x="6505301" y="714101"/>
            <a:ext cx="388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| python3 predict_simple.py</a:t>
            </a:r>
            <a:endParaRPr kumimoji="1" lang="ja-JP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9F1D7F4-AC8C-A037-20EE-952ECD3731AB}"/>
              </a:ext>
            </a:extLst>
          </p:cNvPr>
          <p:cNvSpPr txBox="1"/>
          <p:nvPr/>
        </p:nvSpPr>
        <p:spPr>
          <a:xfrm>
            <a:off x="6505300" y="1153883"/>
            <a:ext cx="388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| input ligand: smiles</a:t>
            </a:r>
            <a:endParaRPr kumimoji="1" lang="ja-JP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49898D-7D3D-EF84-75C3-CBA811D6D7D9}"/>
              </a:ext>
            </a:extLst>
          </p:cNvPr>
          <p:cNvSpPr txBox="1"/>
          <p:nvPr/>
        </p:nvSpPr>
        <p:spPr>
          <a:xfrm>
            <a:off x="6505300" y="1593665"/>
            <a:ext cx="388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| input protein: sequence</a:t>
            </a:r>
            <a:endParaRPr kumimoji="1" lang="ja-JP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3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507</Words>
  <Application>Microsoft Office PowerPoint</Application>
  <PresentationFormat>ワイド画面</PresentationFormat>
  <Paragraphs>58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Tei</dc:creator>
  <cp:lastModifiedBy>Tei</cp:lastModifiedBy>
  <cp:revision>1</cp:revision>
  <dcterms:created xsi:type="dcterms:W3CDTF">2026-05-05T22:26:35Z</dcterms:created>
  <dcterms:modified xsi:type="dcterms:W3CDTF">2026-05-05T22:29:03Z</dcterms:modified>
</cp:coreProperties>
</file>